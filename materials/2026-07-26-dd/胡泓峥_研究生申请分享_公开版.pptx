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3277f7b27ad41fd" /><Relationship Type="http://schemas.openxmlformats.org/officeDocument/2006/relationships/extended-properties" Target="/docProps/app.xml" Id="Rc4b88c9633734a33" /><Relationship Type="http://schemas.openxmlformats.org/officeDocument/2006/relationships/officeDocument" Target="/ppt/presentation.xml" Id="R7bad541e7af7418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eb69d25f2cd4fac"/>
  </p:sldMasterIdLst>
  <p:notesMasterIdLst>
    <p:notesMasterId xmlns:r="http://schemas.openxmlformats.org/officeDocument/2006/relationships" r:id="Rd36d5dd2cec24ba2"/>
  </p:notesMasterIdLst>
  <p:sldIdLst>
    <p:sldId xmlns:r="http://schemas.openxmlformats.org/officeDocument/2006/relationships" id="256" r:id="R0da7026929c14370"/>
    <p:sldId xmlns:r="http://schemas.openxmlformats.org/officeDocument/2006/relationships" id="257" r:id="R499a950b7994404b"/>
    <p:sldId xmlns:r="http://schemas.openxmlformats.org/officeDocument/2006/relationships" id="258" r:id="Re25fdc1e3d6b4937"/>
    <p:sldId xmlns:r="http://schemas.openxmlformats.org/officeDocument/2006/relationships" id="259" r:id="Rdb670810932742fc"/>
    <p:sldId xmlns:r="http://schemas.openxmlformats.org/officeDocument/2006/relationships" id="260" r:id="R263ed07f553b4b21"/>
    <p:sldId xmlns:r="http://schemas.openxmlformats.org/officeDocument/2006/relationships" id="261" r:id="Rf5b8f609ebfc4c88"/>
    <p:sldId xmlns:r="http://schemas.openxmlformats.org/officeDocument/2006/relationships" id="262" r:id="R4bd5f23cd7264191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d782c6a12544e30" /><Relationship Type="http://schemas.openxmlformats.org/officeDocument/2006/relationships/slideMaster" Target="/ppt/slideMasters/slideMaster1.xml" Id="Rbeb69d25f2cd4fac" /><Relationship Type="http://schemas.openxmlformats.org/officeDocument/2006/relationships/notesMaster" Target="/ppt/notesMasters/notesMaster1.xml" Id="Rd36d5dd2cec24ba2" /><Relationship Type="http://schemas.openxmlformats.org/officeDocument/2006/relationships/presProps" Target="/ppt/presProps.xml" Id="Rf4111573945947ef" /><Relationship Type="http://schemas.openxmlformats.org/officeDocument/2006/relationships/viewProps" Target="/ppt/viewProps.xml" Id="R5735a43f5ee941bf" /><Relationship Type="http://schemas.openxmlformats.org/officeDocument/2006/relationships/tableStyles" Target="/ppt/tableStyles.xml" Id="R6e3971b570534b85" /><Relationship Type="http://schemas.openxmlformats.org/officeDocument/2006/relationships/slide" Target="/ppt/slides/slide1.xml" Id="R0da7026929c14370" /><Relationship Type="http://schemas.openxmlformats.org/officeDocument/2006/relationships/slide" Target="/ppt/slides/slide2.xml" Id="R499a950b7994404b" /><Relationship Type="http://schemas.openxmlformats.org/officeDocument/2006/relationships/slide" Target="/ppt/slides/slide3.xml" Id="Re25fdc1e3d6b4937" /><Relationship Type="http://schemas.openxmlformats.org/officeDocument/2006/relationships/slide" Target="/ppt/slides/slide4.xml" Id="Rdb670810932742fc" /><Relationship Type="http://schemas.openxmlformats.org/officeDocument/2006/relationships/slide" Target="/ppt/slides/slide5.xml" Id="R263ed07f553b4b21" /><Relationship Type="http://schemas.openxmlformats.org/officeDocument/2006/relationships/slide" Target="/ppt/slides/slide6.xml" Id="Rf5b8f609ebfc4c88" /><Relationship Type="http://schemas.openxmlformats.org/officeDocument/2006/relationships/slide" Target="/ppt/slides/slide7.xml" Id="R4bd5f23cd726419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e9e3b22bf1346a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主题​​">
  <a:themeElements>
    <a:clrScheme name="黄色">
      <a:dk1>
        <a:sysClr val="windowText" lastClr="000000"/>
      </a:dk1>
      <a:lt1>
        <a:sysClr val="window" lastClr="FFFFFF"/>
      </a:lt1>
      <a:dk2>
        <a:srgbClr val="39302A"/>
      </a:dk2>
      <a:lt2>
        <a:srgbClr val="E5DEDB"/>
      </a:lt2>
      <a:accent1>
        <a:srgbClr val="FFCA08"/>
      </a:accent1>
      <a:accent2>
        <a:srgbClr val="F8931D"/>
      </a:accent2>
      <a:accent3>
        <a:srgbClr val="CE8D3E"/>
      </a:accent3>
      <a:accent4>
        <a:srgbClr val="EC7016"/>
      </a:accent4>
      <a:accent5>
        <a:srgbClr val="E64823"/>
      </a:accent5>
      <a:accent6>
        <a:srgbClr val="9C6A6A"/>
      </a:accent6>
      <a:hlink>
        <a:srgbClr val="2998E3"/>
      </a:hlink>
      <a:folHlink>
        <a:srgbClr val="7F723D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黄色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f9bcff4026a4d0c" /><Relationship Type="http://schemas.openxmlformats.org/officeDocument/2006/relationships/notesMaster" Target="/ppt/notesMasters/notesMaster1.xml" Id="R491cdae5838e4b6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f8814491ffe49e0" /><Relationship Type="http://schemas.openxmlformats.org/officeDocument/2006/relationships/notesMaster" Target="/ppt/notesMasters/notesMaster1.xml" Id="Rd69f58ff28b94cd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6b224eb24ef4db7" /><Relationship Type="http://schemas.openxmlformats.org/officeDocument/2006/relationships/notesMaster" Target="/ppt/notesMasters/notesMaster1.xml" Id="R9225677d39414606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7335c8a9bd98447d" /><Relationship Type="http://schemas.openxmlformats.org/officeDocument/2006/relationships/notesMaster" Target="/ppt/notesMasters/notesMaster1.xml" Id="Rea8216382d8b45ef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c336b91b994c41c5" /><Relationship Type="http://schemas.openxmlformats.org/officeDocument/2006/relationships/notesMaster" Target="/ppt/notesMasters/notesMaster1.xml" Id="R1bbf52121d9f415d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be5e2512a62142ea" /><Relationship Type="http://schemas.openxmlformats.org/officeDocument/2006/relationships/notesMaster" Target="/ppt/notesMasters/notesMaster1.xml" Id="Rb954e526e3764c38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17b0d63b70e94474" /><Relationship Type="http://schemas.openxmlformats.org/officeDocument/2006/relationships/notesMaster" Target="/ppt/notesMasters/notesMaster1.xml" Id="R93824a8789db430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8333aa53e04458f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b6a647ac19644b9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0c08e9ee3f94137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72583e497694073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44c6689cdde46e3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ed17640e14b4a82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05e01e13e514aca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f7348749395462d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0f07ad60fa04188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c2ca35c53394af1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e8f4076a95c433b" /></Relationships>
</file>

<file path=ppt/slideLayouts/slideLayout1.xml><?xml version="1.0" encoding="utf-8"?>
<p:sldLayout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D001C127-2501-36BF-DE55-E3030C34730C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 anchor="b"/>
          <a:lstStyle xmlns:a="http://schemas.openxmlformats.org/drawingml/2006/main">
            <a:lvl1pPr algn="ctr">
              <a:buNone/>
              <a:defRPr sz="6000"/>
            </a:lvl1pPr>
          </a:lstStyle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副标题 2">
            <a:extLst xmlns:a="http://schemas.openxmlformats.org/drawingml/2006/main">
              <a:ext uri="{FF2B5EF4-FFF2-40B4-BE49-F238E27FC236}">
                <a16:creationId xmlns:a16="http://schemas.microsoft.com/office/drawing/2014/main" id="{230A8F5A-9776-3B89-43B3-A5B9DF6CB69D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524000" y="3602038"/>
            <a:ext cx="9144000" cy="1655762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>
            <a:r>
              <a:t>单击此处编辑母版副标题样式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6466C4C0-D907-1289-1E10-0E3A5642EAE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D5000030-A01E-AB48-AE4C-9358EB1AC24D}" type="datetimeFigureOut">
              <a:t>2026/7/26</a:t>
            </a:fld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6258C736-2741-1655-32D0-1C09E8C08218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5A3CA548-9E65-BD15-2CDE-A18062365AE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180EED13-3F83-614F-988F-55639EFBA8EB}" type="slidenum">
              <a:t>‹#›</a:t>
            </a:fld>
          </a:p>
        </p:txBody>
      </p:sp>
    </p:spTree>
  </p:cSld>
</p:sldLayout>
</file>

<file path=ppt/slideLayouts/slideLayout2.xml><?xml version="1.0" encoding="utf-8"?>
<p:sldLayout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内容占位符 2">
            <a:extLst xmlns:a="http://schemas.openxmlformats.org/drawingml/2006/main">
              <a:ext uri="{FF2B5EF4-FFF2-40B4-BE49-F238E27FC236}">
                <a16:creationId xmlns:a16="http://schemas.microsoft.com/office/drawing/2014/main" id="{A89D496A-C261-F47B-FDD3-D3F96F0AAA21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>单击此处编辑母版文本样式</a:t>
            </a:r>
          </a:p>
          <a:p xmlns:a="http://schemas.openxmlformats.org/drawingml/2006/main">
            <a:pPr>
              <a:buNone/>
            </a:pPr>
            <a:r>
              <a:t>二级</a:t>
            </a:r>
          </a:p>
          <a:p xmlns:a="http://schemas.openxmlformats.org/drawingml/2006/main">
            <a:pPr>
              <a:buNone/>
            </a:pPr>
            <a:r>
              <a:t>三级</a:t>
            </a:r>
          </a:p>
          <a:p xmlns:a="http://schemas.openxmlformats.org/drawingml/2006/main">
            <a:pPr>
              <a:buNone/>
            </a:pPr>
            <a:r>
              <a:t>四级</a:t>
            </a:r>
          </a:p>
          <a:p xmlns:a="http://schemas.openxmlformats.org/drawingml/2006/main">
            <a:pPr>
              <a:buNone/>
            </a:pPr>
            <a:r>
              <a:t>五级</a:t>
            </a:r>
          </a:p>
        </p:txBody>
      </p:sp>
      <p:sp>
        <p:nvSpPr>
          <p:cNvPr id="7" name="标题 6">
            <a:extLst xmlns:a="http://schemas.openxmlformats.org/drawingml/2006/main">
              <a:ext uri="{FF2B5EF4-FFF2-40B4-BE49-F238E27FC236}">
                <a16:creationId xmlns:a16="http://schemas.microsoft.com/office/drawing/2014/main" id="{FC113E28-FF1B-CAE9-280D-71C285DB6BF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8" name="日期占位符 7">
            <a:extLst xmlns:a="http://schemas.openxmlformats.org/drawingml/2006/main">
              <a:ext uri="{FF2B5EF4-FFF2-40B4-BE49-F238E27FC236}">
                <a16:creationId xmlns:a16="http://schemas.microsoft.com/office/drawing/2014/main" id="{6FB8F9D0-6973-1714-C9FA-6B9023B26D8C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D5000030-A01E-AB48-AE4C-9358EB1AC24D}" type="datetimeFigureOut">
              <a:t>2026/7/26</a:t>
            </a:fld>
          </a:p>
        </p:txBody>
      </p:sp>
      <p:sp>
        <p:nvSpPr>
          <p:cNvPr id="9" name="页脚占位符 8">
            <a:extLst xmlns:a="http://schemas.openxmlformats.org/drawingml/2006/main">
              <a:ext uri="{FF2B5EF4-FFF2-40B4-BE49-F238E27FC236}">
                <a16:creationId xmlns:a16="http://schemas.microsoft.com/office/drawing/2014/main" id="{238FBF07-98A2-897A-34C9-019FEEA39927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个人经历，仅供参考</a:t>
            </a:r>
          </a:p>
        </p:txBody>
      </p:sp>
      <p:sp>
        <p:nvSpPr>
          <p:cNvPr id="10" name="灯片编号占位符 9">
            <a:extLst xmlns:a="http://schemas.openxmlformats.org/drawingml/2006/main">
              <a:ext uri="{FF2B5EF4-FFF2-40B4-BE49-F238E27FC236}">
                <a16:creationId xmlns:a16="http://schemas.microsoft.com/office/drawing/2014/main" id="{395712F8-88E1-1DDF-3BCE-A61AF8DF461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180EED13-3F83-614F-988F-55639EFBA8EB}" type="slidenum">
              <a:t>‹#›</a:t>
            </a:fld>
          </a:p>
        </p:txBody>
      </p:sp>
    </p:spTree>
  </p:cSld>
</p:sldLayout>
</file>

<file path=ppt/slideLayouts/slideLayout3.xml><?xml version="1.0" encoding="utf-8"?>
<p:sldLayout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153316BE-CBBB-C772-E79C-45F9E85A079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1850" y="1709738"/>
            <a:ext cx="10515600" cy="2852737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6000"/>
            </a:lvl1pPr>
          </a:lstStyle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93C97392-D950-BB2A-BD39-CCB191A3592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1850" y="4589463"/>
            <a:ext cx="10515600" cy="1500187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 xmlns:a="http://schemas.openxmlformats.org/drawingml/2006/main">
            <a:pPr>
              <a:buNone/>
            </a:pPr>
            <a:r>
              <a:t>单击此处编辑母版文本样式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5F94B947-32FF-546E-21D6-D8A5D096FB1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D5000030-A01E-AB48-AE4C-9358EB1AC24D}" type="datetimeFigureOut">
              <a:t>2026/7/26</a:t>
            </a:fld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8C4A288E-FD58-D938-BAA2-C7C20083B80E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2CCF862B-780E-71AF-DFF9-38918EE72A8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180EED13-3F83-614F-988F-55639EFBA8EB}" type="slidenum">
              <a:t>‹#›</a:t>
            </a:fld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0DEBD776-EFAC-7870-94C2-EE93C97A7F0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内容占位符 2">
            <a:extLst xmlns:a="http://schemas.openxmlformats.org/drawingml/2006/main">
              <a:ext uri="{FF2B5EF4-FFF2-40B4-BE49-F238E27FC236}">
                <a16:creationId xmlns:a16="http://schemas.microsoft.com/office/drawing/2014/main" id="{A4BC3741-CF29-7754-6A70-5A33A5F63E11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838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>单击此处编辑母版文本样式</a:t>
            </a:r>
          </a:p>
          <a:p xmlns:a="http://schemas.openxmlformats.org/drawingml/2006/main">
            <a:pPr>
              <a:buNone/>
            </a:pPr>
            <a:r>
              <a:t>二级</a:t>
            </a:r>
          </a:p>
          <a:p xmlns:a="http://schemas.openxmlformats.org/drawingml/2006/main">
            <a:pPr>
              <a:buNone/>
            </a:pPr>
            <a:r>
              <a:t>三级</a:t>
            </a:r>
          </a:p>
          <a:p xmlns:a="http://schemas.openxmlformats.org/drawingml/2006/main">
            <a:pPr>
              <a:buNone/>
            </a:pPr>
            <a:r>
              <a:t>四级</a:t>
            </a:r>
          </a:p>
          <a:p xmlns:a="http://schemas.openxmlformats.org/drawingml/2006/main">
            <a:pPr>
              <a:buNone/>
            </a:pPr>
            <a:r>
              <a:t>五级</a:t>
            </a:r>
          </a:p>
        </p:txBody>
      </p:sp>
      <p:sp>
        <p:nvSpPr>
          <p:cNvPr id="4" name="内容占位符 3">
            <a:extLst xmlns:a="http://schemas.openxmlformats.org/drawingml/2006/main">
              <a:ext uri="{FF2B5EF4-FFF2-40B4-BE49-F238E27FC236}">
                <a16:creationId xmlns:a16="http://schemas.microsoft.com/office/drawing/2014/main" id="{AC1533A5-F488-259E-9549-AE3FB4252799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6172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>单击此处编辑母版文本样式</a:t>
            </a:r>
          </a:p>
          <a:p xmlns:a="http://schemas.openxmlformats.org/drawingml/2006/main">
            <a:pPr>
              <a:buNone/>
            </a:pPr>
            <a:r>
              <a:t>二级</a:t>
            </a:r>
          </a:p>
          <a:p xmlns:a="http://schemas.openxmlformats.org/drawingml/2006/main">
            <a:pPr>
              <a:buNone/>
            </a:pPr>
            <a:r>
              <a:t>三级</a:t>
            </a:r>
          </a:p>
          <a:p xmlns:a="http://schemas.openxmlformats.org/drawingml/2006/main">
            <a:pPr>
              <a:buNone/>
            </a:pPr>
            <a:r>
              <a:t>四级</a:t>
            </a:r>
          </a:p>
          <a:p xmlns:a="http://schemas.openxmlformats.org/drawingml/2006/main">
            <a:pPr>
              <a:buNone/>
            </a:pPr>
            <a:r>
              <a:t>五级</a:t>
            </a:r>
          </a:p>
        </p:txBody>
      </p:sp>
      <p:sp>
        <p:nvSpPr>
          <p:cNvPr id="5" name="日期占位符 4">
            <a:extLst xmlns:a="http://schemas.openxmlformats.org/drawingml/2006/main">
              <a:ext uri="{FF2B5EF4-FFF2-40B4-BE49-F238E27FC236}">
                <a16:creationId xmlns:a16="http://schemas.microsoft.com/office/drawing/2014/main" id="{070F3CCB-211F-5A9A-6BD3-B7E2420657D6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D5000030-A01E-AB48-AE4C-9358EB1AC24D}" type="datetimeFigureOut">
              <a:t>2026/7/26</a:t>
            </a:fld>
          </a:p>
        </p:txBody>
      </p:sp>
      <p:sp>
        <p:nvSpPr>
          <p:cNvPr id="6" name="页脚占位符 5">
            <a:extLst xmlns:a="http://schemas.openxmlformats.org/drawingml/2006/main">
              <a:ext uri="{FF2B5EF4-FFF2-40B4-BE49-F238E27FC236}">
                <a16:creationId xmlns:a16="http://schemas.microsoft.com/office/drawing/2014/main" id="{F402B3F5-1B8D-35E1-3258-A5BAB205FFDC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灯片编号占位符 6">
            <a:extLst xmlns:a="http://schemas.openxmlformats.org/drawingml/2006/main">
              <a:ext uri="{FF2B5EF4-FFF2-40B4-BE49-F238E27FC236}">
                <a16:creationId xmlns:a16="http://schemas.microsoft.com/office/drawing/2014/main" id="{550C010D-9E50-355C-8D63-BA326790E82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180EED13-3F83-614F-988F-55639EFBA8EB}" type="slidenum">
              <a:t>‹#›</a:t>
            </a:fld>
          </a:p>
        </p:txBody>
      </p:sp>
    </p:spTree>
  </p:cSld>
</p:sldLayout>
</file>

<file path=ppt/slideLayouts/slideLayout5.xml><?xml version="1.0" encoding="utf-8"?>
<p:sldLayout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A45BBE03-C74A-E4D2-54D7-DEBD20ED3D0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A56BCAC9-A384-F38E-B676-AD8487F6726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9788" y="1681163"/>
            <a:ext cx="5157787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>
              <a:buNone/>
            </a:pPr>
            <a:r>
              <a:t>单击此处编辑母版文本样式</a:t>
            </a:r>
          </a:p>
        </p:txBody>
      </p:sp>
      <p:sp>
        <p:nvSpPr>
          <p:cNvPr id="4" name="内容占位符 3">
            <a:extLst xmlns:a="http://schemas.openxmlformats.org/drawingml/2006/main">
              <a:ext uri="{FF2B5EF4-FFF2-40B4-BE49-F238E27FC236}">
                <a16:creationId xmlns:a16="http://schemas.microsoft.com/office/drawing/2014/main" id="{8F1AB9B6-C999-CE37-5D0D-67E1012DF0E2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839788" y="2505075"/>
            <a:ext cx="5157787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>单击此处编辑母版文本样式</a:t>
            </a:r>
          </a:p>
          <a:p xmlns:a="http://schemas.openxmlformats.org/drawingml/2006/main">
            <a:pPr>
              <a:buNone/>
            </a:pPr>
            <a:r>
              <a:t>二级</a:t>
            </a:r>
          </a:p>
          <a:p xmlns:a="http://schemas.openxmlformats.org/drawingml/2006/main">
            <a:pPr>
              <a:buNone/>
            </a:pPr>
            <a:r>
              <a:t>三级</a:t>
            </a:r>
          </a:p>
          <a:p xmlns:a="http://schemas.openxmlformats.org/drawingml/2006/main">
            <a:pPr>
              <a:buNone/>
            </a:pPr>
            <a:r>
              <a:t>四级</a:t>
            </a:r>
          </a:p>
          <a:p xmlns:a="http://schemas.openxmlformats.org/drawingml/2006/main">
            <a:pPr>
              <a:buNone/>
            </a:pPr>
            <a:r>
              <a:t>五级</a:t>
            </a:r>
          </a:p>
        </p:txBody>
      </p:sp>
      <p:sp>
        <p:nvSpPr>
          <p:cNvPr id="5" name="文本占位符 4">
            <a:extLst xmlns:a="http://schemas.openxmlformats.org/drawingml/2006/main">
              <a:ext uri="{FF2B5EF4-FFF2-40B4-BE49-F238E27FC236}">
                <a16:creationId xmlns:a16="http://schemas.microsoft.com/office/drawing/2014/main" id="{5230F93C-EA36-FBD3-91A0-A1AACBF9641F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6172200" y="1681163"/>
            <a:ext cx="5183188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>
              <a:buNone/>
            </a:pPr>
            <a:r>
              <a:t>单击此处编辑母版文本样式</a:t>
            </a:r>
          </a:p>
        </p:txBody>
      </p:sp>
      <p:sp>
        <p:nvSpPr>
          <p:cNvPr id="6" name="内容占位符 5">
            <a:extLst xmlns:a="http://schemas.openxmlformats.org/drawingml/2006/main">
              <a:ext uri="{FF2B5EF4-FFF2-40B4-BE49-F238E27FC236}">
                <a16:creationId xmlns:a16="http://schemas.microsoft.com/office/drawing/2014/main" id="{D4FE9DCF-0637-51B0-5755-E095B5C8799A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6172200" y="2505075"/>
            <a:ext cx="5183188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>单击此处编辑母版文本样式</a:t>
            </a:r>
          </a:p>
          <a:p xmlns:a="http://schemas.openxmlformats.org/drawingml/2006/main">
            <a:pPr>
              <a:buNone/>
            </a:pPr>
            <a:r>
              <a:t>二级</a:t>
            </a:r>
          </a:p>
          <a:p xmlns:a="http://schemas.openxmlformats.org/drawingml/2006/main">
            <a:pPr>
              <a:buNone/>
            </a:pPr>
            <a:r>
              <a:t>三级</a:t>
            </a:r>
          </a:p>
          <a:p xmlns:a="http://schemas.openxmlformats.org/drawingml/2006/main">
            <a:pPr>
              <a:buNone/>
            </a:pPr>
            <a:r>
              <a:t>四级</a:t>
            </a:r>
          </a:p>
          <a:p xmlns:a="http://schemas.openxmlformats.org/drawingml/2006/main">
            <a:pPr>
              <a:buNone/>
            </a:pPr>
            <a:r>
              <a:t>五级</a:t>
            </a:r>
          </a:p>
        </p:txBody>
      </p:sp>
      <p:sp>
        <p:nvSpPr>
          <p:cNvPr id="7" name="日期占位符 6">
            <a:extLst xmlns:a="http://schemas.openxmlformats.org/drawingml/2006/main">
              <a:ext uri="{FF2B5EF4-FFF2-40B4-BE49-F238E27FC236}">
                <a16:creationId xmlns:a16="http://schemas.microsoft.com/office/drawing/2014/main" id="{66513366-2FC6-7C64-EB1D-05D619FB53F2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D5000030-A01E-AB48-AE4C-9358EB1AC24D}" type="datetimeFigureOut">
              <a:t>2026/7/26</a:t>
            </a:fld>
          </a:p>
        </p:txBody>
      </p:sp>
      <p:sp>
        <p:nvSpPr>
          <p:cNvPr id="8" name="页脚占位符 7">
            <a:extLst xmlns:a="http://schemas.openxmlformats.org/drawingml/2006/main">
              <a:ext uri="{FF2B5EF4-FFF2-40B4-BE49-F238E27FC236}">
                <a16:creationId xmlns:a16="http://schemas.microsoft.com/office/drawing/2014/main" id="{724E0124-BD30-C170-83E9-7B8DE2BCF496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灯片编号占位符 8">
            <a:extLst xmlns:a="http://schemas.openxmlformats.org/drawingml/2006/main">
              <a:ext uri="{FF2B5EF4-FFF2-40B4-BE49-F238E27FC236}">
                <a16:creationId xmlns:a16="http://schemas.microsoft.com/office/drawing/2014/main" id="{E2DC16F4-D25F-EFDA-A64F-13F24803B4B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180EED13-3F83-614F-988F-55639EFBA8EB}" type="slidenum">
              <a:t>‹#›</a:t>
            </a:fld>
          </a:p>
        </p:txBody>
      </p:sp>
    </p:spTree>
  </p:cSld>
</p:sldLayout>
</file>

<file path=ppt/slideLayouts/slideLayout6.xml><?xml version="1.0" encoding="utf-8"?>
<p:sldLayout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4CDC1EB8-4827-6B09-0EE0-CE2B797E99C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日期占位符 2">
            <a:extLst xmlns:a="http://schemas.openxmlformats.org/drawingml/2006/main">
              <a:ext uri="{FF2B5EF4-FFF2-40B4-BE49-F238E27FC236}">
                <a16:creationId xmlns:a16="http://schemas.microsoft.com/office/drawing/2014/main" id="{45A75FED-87E5-9E95-D9CB-4B9CDEAB26FC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D5000030-A01E-AB48-AE4C-9358EB1AC24D}" type="datetimeFigureOut">
              <a:t>2026/7/26</a:t>
            </a:fld>
          </a:p>
        </p:txBody>
      </p:sp>
      <p:sp>
        <p:nvSpPr>
          <p:cNvPr id="4" name="页脚占位符 3">
            <a:extLst xmlns:a="http://schemas.openxmlformats.org/drawingml/2006/main">
              <a:ext uri="{FF2B5EF4-FFF2-40B4-BE49-F238E27FC236}">
                <a16:creationId xmlns:a16="http://schemas.microsoft.com/office/drawing/2014/main" id="{85ECF81E-F97B-8C06-6E91-2D0DAB8C2949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灯片编号占位符 4">
            <a:extLst xmlns:a="http://schemas.openxmlformats.org/drawingml/2006/main">
              <a:ext uri="{FF2B5EF4-FFF2-40B4-BE49-F238E27FC236}">
                <a16:creationId xmlns:a16="http://schemas.microsoft.com/office/drawing/2014/main" id="{2827D145-1DA5-372B-600E-5BFE0B4C2A3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180EED13-3F83-614F-988F-55639EFBA8EB}" type="slidenum">
              <a:t>‹#›</a:t>
            </a:fld>
          </a:p>
        </p:txBody>
      </p:sp>
    </p:spTree>
  </p:cSld>
</p:sldLayout>
</file>

<file path=ppt/slideLayouts/slideLayout7.xml><?xml version="1.0" encoding="utf-8"?>
<p:sldLayout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日期占位符 1">
            <a:extLst xmlns:a="http://schemas.openxmlformats.org/drawingml/2006/main">
              <a:ext uri="{FF2B5EF4-FFF2-40B4-BE49-F238E27FC236}">
                <a16:creationId xmlns:a16="http://schemas.microsoft.com/office/drawing/2014/main" id="{8459C730-E8CA-3936-FEB5-6DD293426E8F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D5000030-A01E-AB48-AE4C-9358EB1AC24D}" type="datetimeFigureOut">
              <a:t>2026/7/26</a:t>
            </a:fld>
          </a:p>
        </p:txBody>
      </p:sp>
      <p:sp>
        <p:nvSpPr>
          <p:cNvPr id="3" name="页脚占位符 2">
            <a:extLst xmlns:a="http://schemas.openxmlformats.org/drawingml/2006/main">
              <a:ext uri="{FF2B5EF4-FFF2-40B4-BE49-F238E27FC236}">
                <a16:creationId xmlns:a16="http://schemas.microsoft.com/office/drawing/2014/main" id="{CA69BF65-C670-0DED-578C-1BC4F8ED7838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灯片编号占位符 3">
            <a:extLst xmlns:a="http://schemas.openxmlformats.org/drawingml/2006/main">
              <a:ext uri="{FF2B5EF4-FFF2-40B4-BE49-F238E27FC236}">
                <a16:creationId xmlns:a16="http://schemas.microsoft.com/office/drawing/2014/main" id="{74E567EF-0002-5C6C-001A-48AAAC9EF49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180EED13-3F83-614F-988F-55639EFBA8EB}" type="slidenum">
              <a:t>‹#›</a:t>
            </a:fld>
          </a:p>
        </p:txBody>
      </p:sp>
    </p:spTree>
  </p:cSld>
</p:sldLayout>
</file>

<file path=ppt/slideLayouts/slideLayout8.xml><?xml version="1.0" encoding="utf-8"?>
<p:sldLayout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5FBEAFA9-73E7-D583-33E9-D0448EE59B7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内容占位符 2">
            <a:extLst xmlns:a="http://schemas.openxmlformats.org/drawingml/2006/main">
              <a:ext uri="{FF2B5EF4-FFF2-40B4-BE49-F238E27FC236}">
                <a16:creationId xmlns:a16="http://schemas.microsoft.com/office/drawing/2014/main" id="{8959C176-C3C6-F2E8-4B3F-21EBCE761AF9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>
            <a:pPr>
              <a:buNone/>
            </a:pPr>
            <a:r>
              <a:t>单击此处编辑母版文本样式</a:t>
            </a:r>
          </a:p>
          <a:p xmlns:a="http://schemas.openxmlformats.org/drawingml/2006/main">
            <a:pPr>
              <a:buNone/>
            </a:pPr>
            <a:r>
              <a:t>二级</a:t>
            </a:r>
          </a:p>
          <a:p xmlns:a="http://schemas.openxmlformats.org/drawingml/2006/main">
            <a:pPr>
              <a:buNone/>
            </a:pPr>
            <a:r>
              <a:t>三级</a:t>
            </a:r>
          </a:p>
          <a:p xmlns:a="http://schemas.openxmlformats.org/drawingml/2006/main">
            <a:pPr>
              <a:buNone/>
            </a:pPr>
            <a:r>
              <a:t>四级</a:t>
            </a:r>
          </a:p>
          <a:p xmlns:a="http://schemas.openxmlformats.org/drawingml/2006/main">
            <a:pPr>
              <a:buNone/>
            </a:pPr>
            <a:r>
              <a:t>五级</a:t>
            </a:r>
          </a:p>
        </p:txBody>
      </p:sp>
      <p:sp>
        <p:nvSpPr>
          <p:cNvPr id="4" name="文本占位符 3">
            <a:extLst xmlns:a="http://schemas.openxmlformats.org/drawingml/2006/main">
              <a:ext uri="{FF2B5EF4-FFF2-40B4-BE49-F238E27FC236}">
                <a16:creationId xmlns:a16="http://schemas.microsoft.com/office/drawing/2014/main" id="{76D0C08E-7A16-D762-6585-147628265743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>
              <a:buNone/>
            </a:pPr>
            <a:r>
              <a:t>单击此处编辑母版文本样式</a:t>
            </a:r>
          </a:p>
        </p:txBody>
      </p:sp>
      <p:sp>
        <p:nvSpPr>
          <p:cNvPr id="5" name="日期占位符 4">
            <a:extLst xmlns:a="http://schemas.openxmlformats.org/drawingml/2006/main">
              <a:ext uri="{FF2B5EF4-FFF2-40B4-BE49-F238E27FC236}">
                <a16:creationId xmlns:a16="http://schemas.microsoft.com/office/drawing/2014/main" id="{5F48A213-771E-992D-ABE8-6A5DB8D9AAD0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D5000030-A01E-AB48-AE4C-9358EB1AC24D}" type="datetimeFigureOut">
              <a:t>2026/7/26</a:t>
            </a:fld>
          </a:p>
        </p:txBody>
      </p:sp>
      <p:sp>
        <p:nvSpPr>
          <p:cNvPr id="6" name="页脚占位符 5">
            <a:extLst xmlns:a="http://schemas.openxmlformats.org/drawingml/2006/main">
              <a:ext uri="{FF2B5EF4-FFF2-40B4-BE49-F238E27FC236}">
                <a16:creationId xmlns:a16="http://schemas.microsoft.com/office/drawing/2014/main" id="{342ADC42-056A-6E87-4FA9-9937C0BF72AC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灯片编号占位符 6">
            <a:extLst xmlns:a="http://schemas.openxmlformats.org/drawingml/2006/main">
              <a:ext uri="{FF2B5EF4-FFF2-40B4-BE49-F238E27FC236}">
                <a16:creationId xmlns:a16="http://schemas.microsoft.com/office/drawing/2014/main" id="{6D7B7134-A747-E1A1-8527-4262AA64280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180EED13-3F83-614F-988F-55639EFBA8EB}" type="slidenum">
              <a:t>‹#›</a:t>
            </a:fld>
          </a:p>
        </p:txBody>
      </p:sp>
    </p:spTree>
  </p:cSld>
</p:sldLayout>
</file>

<file path=ppt/slideLayouts/slideLayout9.xml><?xml version="1.0" encoding="utf-8"?>
<p:sldLayout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AE56D94C-8A8C-7448-D0E3-527631D2BC2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图片占位符 2">
            <a:extLst xmlns:a="http://schemas.openxmlformats.org/drawingml/2006/main">
              <a:ext uri="{FF2B5EF4-FFF2-40B4-BE49-F238E27FC236}">
                <a16:creationId xmlns:a16="http://schemas.microsoft.com/office/drawing/2014/main" id="{E9D3D1F7-700B-DB2D-CF80-5AB679DE2CC4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/>
        </p:txBody>
      </p:sp>
      <p:sp>
        <p:nvSpPr>
          <p:cNvPr id="4" name="文本占位符 3">
            <a:extLst xmlns:a="http://schemas.openxmlformats.org/drawingml/2006/main">
              <a:ext uri="{FF2B5EF4-FFF2-40B4-BE49-F238E27FC236}">
                <a16:creationId xmlns:a16="http://schemas.microsoft.com/office/drawing/2014/main" id="{029BDBA0-28F1-C635-D25A-7068568FF807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>
              <a:buNone/>
            </a:pPr>
            <a:r>
              <a:t>单击此处编辑母版文本样式</a:t>
            </a:r>
          </a:p>
        </p:txBody>
      </p:sp>
      <p:sp>
        <p:nvSpPr>
          <p:cNvPr id="5" name="日期占位符 4">
            <a:extLst xmlns:a="http://schemas.openxmlformats.org/drawingml/2006/main">
              <a:ext uri="{FF2B5EF4-FFF2-40B4-BE49-F238E27FC236}">
                <a16:creationId xmlns:a16="http://schemas.microsoft.com/office/drawing/2014/main" id="{2574963D-3BC5-5672-54A7-948FD64C5BA3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D5000030-A01E-AB48-AE4C-9358EB1AC24D}" type="datetimeFigureOut">
              <a:t>2026/7/26</a:t>
            </a:fld>
          </a:p>
        </p:txBody>
      </p:sp>
      <p:sp>
        <p:nvSpPr>
          <p:cNvPr id="6" name="页脚占位符 5">
            <a:extLst xmlns:a="http://schemas.openxmlformats.org/drawingml/2006/main">
              <a:ext uri="{FF2B5EF4-FFF2-40B4-BE49-F238E27FC236}">
                <a16:creationId xmlns:a16="http://schemas.microsoft.com/office/drawing/2014/main" id="{EB202034-5095-3043-F247-2177F6DA13EE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灯片编号占位符 6">
            <a:extLst xmlns:a="http://schemas.openxmlformats.org/drawingml/2006/main">
              <a:ext uri="{FF2B5EF4-FFF2-40B4-BE49-F238E27FC236}">
                <a16:creationId xmlns:a16="http://schemas.microsoft.com/office/drawing/2014/main" id="{4575C828-A31C-5A60-CA6A-0DC75F576E3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180EED13-3F83-614F-988F-55639EFBA8EB}" type="slidenum">
              <a:t>‹#›</a:t>
            </a:fld>
          </a:p>
        </p:txBody>
      </p:sp>
    </p:spTree>
  </p:cSld>
</p:sldLayout>
</file>

<file path=ppt/slideLayouts/slideLayout10.xml><?xml version="1.0" encoding="utf-8"?>
<p:sldLayout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99687949-69D1-121A-D131-306850397A0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竖排文字占位符 2">
            <a:extLst xmlns:a="http://schemas.openxmlformats.org/drawingml/2006/main">
              <a:ext uri="{FF2B5EF4-FFF2-40B4-BE49-F238E27FC236}">
                <a16:creationId xmlns:a16="http://schemas.microsoft.com/office/drawing/2014/main" id="{3AB8E6C1-3617-491D-0683-D6AF939CC58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>
              <a:buNone/>
            </a:pPr>
            <a:r>
              <a:t>单击此处编辑母版文本样式</a:t>
            </a:r>
          </a:p>
          <a:p xmlns:a="http://schemas.openxmlformats.org/drawingml/2006/main">
            <a:pPr>
              <a:buNone/>
            </a:pPr>
            <a:r>
              <a:t>二级</a:t>
            </a:r>
          </a:p>
          <a:p xmlns:a="http://schemas.openxmlformats.org/drawingml/2006/main">
            <a:pPr>
              <a:buNone/>
            </a:pPr>
            <a:r>
              <a:t>三级</a:t>
            </a:r>
          </a:p>
          <a:p xmlns:a="http://schemas.openxmlformats.org/drawingml/2006/main">
            <a:pPr>
              <a:buNone/>
            </a:pPr>
            <a:r>
              <a:t>四级</a:t>
            </a:r>
          </a:p>
          <a:p xmlns:a="http://schemas.openxmlformats.org/drawingml/2006/main">
            <a:pPr>
              <a:buNone/>
            </a:pPr>
            <a:r>
              <a:t>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705ACB57-83C5-4E96-A1AA-B7C1A5BFDE72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D5000030-A01E-AB48-AE4C-9358EB1AC24D}" type="datetimeFigureOut">
              <a:t>2026/7/26</a:t>
            </a:fld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79D4F1D3-835A-AE24-38BD-66AE53372826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D730703B-8B51-6AA3-119C-FB1A94E60E6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180EED13-3F83-614F-988F-55639EFBA8EB}" type="slidenum">
              <a:t>‹#›</a:t>
            </a:fld>
          </a:p>
        </p:txBody>
      </p:sp>
    </p:spTree>
  </p:cSld>
</p:sldLayout>
</file>

<file path=ppt/slideLayouts/slideLayout11.xml><?xml version="1.0" encoding="utf-8"?>
<p:sldLayout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竖排标题 1">
            <a:extLst xmlns:a="http://schemas.openxmlformats.org/drawingml/2006/main">
              <a:ext uri="{FF2B5EF4-FFF2-40B4-BE49-F238E27FC236}">
                <a16:creationId xmlns:a16="http://schemas.microsoft.com/office/drawing/2014/main" id="{D6D7A0E8-E5B5-AAD2-7E7F-F14E2B17296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724900" y="365125"/>
            <a:ext cx="26289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竖排文字占位符 2">
            <a:extLst xmlns:a="http://schemas.openxmlformats.org/drawingml/2006/main">
              <a:ext uri="{FF2B5EF4-FFF2-40B4-BE49-F238E27FC236}">
                <a16:creationId xmlns:a16="http://schemas.microsoft.com/office/drawing/2014/main" id="{6BDCED24-B367-9566-AA06-7AD0420591B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365125"/>
            <a:ext cx="77343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>
              <a:buNone/>
            </a:pPr>
            <a:r>
              <a:t>单击此处编辑母版文本样式</a:t>
            </a:r>
          </a:p>
          <a:p xmlns:a="http://schemas.openxmlformats.org/drawingml/2006/main">
            <a:pPr>
              <a:buNone/>
            </a:pPr>
            <a:r>
              <a:t>二级</a:t>
            </a:r>
          </a:p>
          <a:p xmlns:a="http://schemas.openxmlformats.org/drawingml/2006/main">
            <a:pPr>
              <a:buNone/>
            </a:pPr>
            <a:r>
              <a:t>三级</a:t>
            </a:r>
          </a:p>
          <a:p xmlns:a="http://schemas.openxmlformats.org/drawingml/2006/main">
            <a:pPr>
              <a:buNone/>
            </a:pPr>
            <a:r>
              <a:t>四级</a:t>
            </a:r>
          </a:p>
          <a:p xmlns:a="http://schemas.openxmlformats.org/drawingml/2006/main">
            <a:pPr>
              <a:buNone/>
            </a:pPr>
            <a:r>
              <a:t>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D7A82C81-1DD4-91BA-C50B-EB27EF4EF617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D5000030-A01E-AB48-AE4C-9358EB1AC24D}" type="datetimeFigureOut">
              <a:t>2026/7/26</a:t>
            </a:fld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8D364864-96B5-C3DE-5B6D-98F9D215F3C7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57ACE509-BA98-94E1-A887-098F66670DC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180EED13-3F83-614F-988F-55639EFBA8EB}" type="slidenum">
              <a:t>‹#›</a:t>
            </a:fld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825c04cff324a78" /><Relationship Type="http://schemas.openxmlformats.org/officeDocument/2006/relationships/slideLayout" Target="/ppt/slideLayouts/slideLayout1.xml" Id="Re2a7a64d31de4f5f" /><Relationship Type="http://schemas.openxmlformats.org/officeDocument/2006/relationships/slideLayout" Target="/ppt/slideLayouts/slideLayout2.xml" Id="Rfeff5f9ff23d4cfc" /><Relationship Type="http://schemas.openxmlformats.org/officeDocument/2006/relationships/slideLayout" Target="/ppt/slideLayouts/slideLayout3.xml" Id="R61f082f0600e41d8" /><Relationship Type="http://schemas.openxmlformats.org/officeDocument/2006/relationships/slideLayout" Target="/ppt/slideLayouts/slideLayout4.xml" Id="Rc889bb10f4424361" /><Relationship Type="http://schemas.openxmlformats.org/officeDocument/2006/relationships/slideLayout" Target="/ppt/slideLayouts/slideLayout5.xml" Id="R6a13ba0541f14be9" /><Relationship Type="http://schemas.openxmlformats.org/officeDocument/2006/relationships/slideLayout" Target="/ppt/slideLayouts/slideLayout6.xml" Id="R0bc1675653a14230" /><Relationship Type="http://schemas.openxmlformats.org/officeDocument/2006/relationships/slideLayout" Target="/ppt/slideLayouts/slideLayout7.xml" Id="Rb88163d186914ef1" /><Relationship Type="http://schemas.openxmlformats.org/officeDocument/2006/relationships/slideLayout" Target="/ppt/slideLayouts/slideLayout8.xml" Id="Ree7dd45509f34022" /><Relationship Type="http://schemas.openxmlformats.org/officeDocument/2006/relationships/slideLayout" Target="/ppt/slideLayouts/slideLayout9.xml" Id="R63b66a492a0b406c" /><Relationship Type="http://schemas.openxmlformats.org/officeDocument/2006/relationships/slideLayout" Target="/ppt/slideLayouts/slideLayout10.xml" Id="R1f79c2a54a744c35" /><Relationship Type="http://schemas.openxmlformats.org/officeDocument/2006/relationships/slideLayout" Target="/ppt/slideLayouts/slideLayout11.xml" Id="R5cf78e5bf2de4f44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占位符 1">
            <a:extLst xmlns:a="http://schemas.openxmlformats.org/drawingml/2006/main">
              <a:ext uri="{FF2B5EF4-FFF2-40B4-BE49-F238E27FC236}">
                <a16:creationId xmlns:a16="http://schemas.microsoft.com/office/drawing/2014/main" id="{9D73ED0D-0C83-5C4B-3602-97CF6D67D72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5"/>
            <a:ext cx="10515600" cy="13255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1546DEA9-AEF5-F9DB-4A7F-9A555F2701C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3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t>单击此处编辑母版文本样式</a:t>
            </a:r>
          </a:p>
          <a:p xmlns:a="http://schemas.openxmlformats.org/drawingml/2006/main">
            <a:pPr>
              <a:buNone/>
            </a:pPr>
            <a:r>
              <a:t>二级</a:t>
            </a:r>
          </a:p>
          <a:p xmlns:a="http://schemas.openxmlformats.org/drawingml/2006/main">
            <a:pPr>
              <a:buNone/>
            </a:pPr>
            <a:r>
              <a:t>三级</a:t>
            </a:r>
          </a:p>
          <a:p xmlns:a="http://schemas.openxmlformats.org/drawingml/2006/main">
            <a:pPr>
              <a:buNone/>
            </a:pPr>
            <a:r>
              <a:t>四级</a:t>
            </a:r>
          </a:p>
          <a:p xmlns:a="http://schemas.openxmlformats.org/drawingml/2006/main">
            <a:pPr>
              <a:buNone/>
            </a:pPr>
            <a:r>
              <a:t>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6D529779-D4FB-D2DF-1754-7B151DD6E424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8382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 xmlns:a="http://schemas.openxmlformats.org/drawingml/2006/main">
            <a:fld id="{D5000030-A01E-AB48-AE4C-9358EB1AC24D}" type="datetimeFigureOut">
              <a:t>2026/7/26</a:t>
            </a:fld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B57FBC67-0ED9-F69E-63DD-8470F3B34852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38600" y="6356350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 xmlns:a="http://schemas.openxmlformats.org/drawingml/2006/main">
            <a:r>
              <a:t>个人经历，仅供参考</a:t>
            </a:r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0601DFCA-0088-0BC8-5F5E-D3C26C66D53D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86106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 xmlns:a="http://schemas.openxmlformats.org/drawingml/2006/main">
            <a:fld id="{180EED13-3F83-614F-988F-55639EFBA8EB}" type="slidenum">
              <a:t>‹#›</a:t>
            </a:fld>
          </a:p>
        </p:txBody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116E3DFE-28CD-1B9B-F059-A80808B78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88668"/>
            <a:ext cx="2262158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t>个人经历，仅供参考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2a7a64d31de4f5f"/>
    <p:sldLayoutId xmlns:r="http://schemas.openxmlformats.org/officeDocument/2006/relationships" id="2147483650" r:id="Rfeff5f9ff23d4cfc"/>
    <p:sldLayoutId xmlns:r="http://schemas.openxmlformats.org/officeDocument/2006/relationships" id="2147483651" r:id="R61f082f0600e41d8"/>
    <p:sldLayoutId xmlns:r="http://schemas.openxmlformats.org/officeDocument/2006/relationships" id="2147483652" r:id="Rc889bb10f4424361"/>
    <p:sldLayoutId xmlns:r="http://schemas.openxmlformats.org/officeDocument/2006/relationships" id="2147483653" r:id="R6a13ba0541f14be9"/>
    <p:sldLayoutId xmlns:r="http://schemas.openxmlformats.org/officeDocument/2006/relationships" id="2147483654" r:id="R0bc1675653a14230"/>
    <p:sldLayoutId xmlns:r="http://schemas.openxmlformats.org/officeDocument/2006/relationships" id="2147483655" r:id="Rb88163d186914ef1"/>
    <p:sldLayoutId xmlns:r="http://schemas.openxmlformats.org/officeDocument/2006/relationships" id="2147483656" r:id="Ree7dd45509f34022"/>
    <p:sldLayoutId xmlns:r="http://schemas.openxmlformats.org/officeDocument/2006/relationships" id="2147483657" r:id="R63b66a492a0b406c"/>
    <p:sldLayoutId xmlns:r="http://schemas.openxmlformats.org/officeDocument/2006/relationships" id="2147483658" r:id="R1f79c2a54a744c35"/>
    <p:sldLayoutId xmlns:r="http://schemas.openxmlformats.org/officeDocument/2006/relationships" id="2147483659" r:id="R5cf78e5bf2de4f44"/>
  </p:sldLayoutIdLst>
  <p:txStyles>
    <p:titleStyle>
      <a:lvl1pPr xmlns:a="http://schemas.openxmlformats.org/drawingml/2006/main" algn="l" defTabSz="91440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主题​​">
  <a:themeElements>
    <a:clrScheme name="黄色">
      <a:dk1>
        <a:sysClr val="windowText" lastClr="000000"/>
      </a:dk1>
      <a:lt1>
        <a:sysClr val="window" lastClr="FFFFFF"/>
      </a:lt1>
      <a:dk2>
        <a:srgbClr val="39302A"/>
      </a:dk2>
      <a:lt2>
        <a:srgbClr val="E5DEDB"/>
      </a:lt2>
      <a:accent1>
        <a:srgbClr val="FFCA08"/>
      </a:accent1>
      <a:accent2>
        <a:srgbClr val="F8931D"/>
      </a:accent2>
      <a:accent3>
        <a:srgbClr val="CE8D3E"/>
      </a:accent3>
      <a:accent4>
        <a:srgbClr val="EC7016"/>
      </a:accent4>
      <a:accent5>
        <a:srgbClr val="E64823"/>
      </a:accent5>
      <a:accent6>
        <a:srgbClr val="9C6A6A"/>
      </a:accent6>
      <a:hlink>
        <a:srgbClr val="2998E3"/>
      </a:hlink>
      <a:folHlink>
        <a:srgbClr val="7F723D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黄色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e7584f512c149a9" /><Relationship Type="http://schemas.openxmlformats.org/officeDocument/2006/relationships/notesSlide" Target="/ppt/notesSlides/notesSlide1.xml" Id="Rb44919df9cd14ab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4.xml" Id="R535b4e7dbafe4a33" /><Relationship Type="http://schemas.openxmlformats.org/officeDocument/2006/relationships/notesSlide" Target="/ppt/notesSlides/notesSlide2.xml" Id="Rdbd9a21460194e4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204b02efb2148bb" /><Relationship Type="http://schemas.openxmlformats.org/officeDocument/2006/relationships/notesSlide" Target="/ppt/notesSlides/notesSlide3.xml" Id="R22c3b2f5e42a415c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4.xml" Id="R2b5677bcbf2345c1" /><Relationship Type="http://schemas.openxmlformats.org/officeDocument/2006/relationships/notesSlide" Target="/ppt/notesSlides/notesSlide4.xml" Id="Ra6d9089518a94bc0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840697e5bde4e5d" /><Relationship Type="http://schemas.openxmlformats.org/officeDocument/2006/relationships/notesSlide" Target="/ppt/notesSlides/notesSlide5.xml" Id="R03cc2169305c47df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4.xml" Id="R840b3bfdd1184333" /><Relationship Type="http://schemas.openxmlformats.org/officeDocument/2006/relationships/notesSlide" Target="/ppt/notesSlides/notesSlide6.xml" Id="R4ab5cbd50cd247e9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b32383647914006" /><Relationship Type="http://schemas.openxmlformats.org/officeDocument/2006/relationships/notesSlide" Target="/ppt/notesSlides/notesSlide7.xml" Id="R8f0cf4c2c99a4166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A20BF52C-9141-1E02-715C-21666D769E50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研究生申请</a:t>
            </a:r>
            <a:r>
              <a:t> workshop </a:t>
            </a:r>
            <a:r>
              <a:t>分享</a:t>
            </a:r>
          </a:p>
        </p:txBody>
      </p:sp>
      <p:sp>
        <p:nvSpPr>
          <p:cNvPr id="3" name="副标题 2">
            <a:extLst xmlns:a="http://schemas.openxmlformats.org/drawingml/2006/main">
              <a:ext uri="{FF2B5EF4-FFF2-40B4-BE49-F238E27FC236}">
                <a16:creationId xmlns:a16="http://schemas.microsoft.com/office/drawing/2014/main" id="{966D7906-B884-5CF9-29CB-35EF9C72D930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2026.7.26</a:t>
            </a:r>
          </a:p>
          <a:p xmlns:a="http://schemas.openxmlformats.org/drawingml/2006/main">
            <a:r>
              <a:t>胡泓峥</a:t>
            </a:r>
          </a:p>
        </p:txBody>
      </p:sp>
    </p:spTree>
    <p:extLst>
      <p:ext uri="{BB962C8B-B14F-4D97-AF65-F5344CB8AC3E}">
        <p14:creationId xmlns:p14="http://schemas.microsoft.com/office/powerpoint/2010/main" val="2877016725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标题 2">
            <a:extLst xmlns:a="http://schemas.openxmlformats.org/drawingml/2006/main">
              <a:ext uri="{FF2B5EF4-FFF2-40B4-BE49-F238E27FC236}">
                <a16:creationId xmlns:a16="http://schemas.microsoft.com/office/drawing/2014/main" id="{BC3ED838-3528-E379-6FDF-8C744C3C1AC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我的背景</a:t>
            </a:r>
          </a:p>
        </p:txBody>
      </p:sp>
      <p:sp>
        <p:nvSpPr>
          <p:cNvPr id="2" name="内容占位符 1">
            <a:extLst xmlns:a="http://schemas.openxmlformats.org/drawingml/2006/main">
              <a:ext uri="{FF2B5EF4-FFF2-40B4-BE49-F238E27FC236}">
                <a16:creationId xmlns:a16="http://schemas.microsoft.com/office/drawing/2014/main" id="{6AD07F91-FC31-2365-C15A-1BFAED45A877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838200" y="1825624"/>
            <a:ext cx="5181600" cy="4667251"/>
          </a:xfrm>
        </p:spPr>
        <p:txBody>
          <a:bodyPr xmlns:a="http://schemas.openxmlformats.org/drawingml/2006/main">
            <a:normAutofit fontScale="70000" lnSpcReduction="20000"/>
          </a:bodyPr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buNone/>
            </a:pPr>
            <a:r>
              <a:rPr sz="3400"/>
              <a:t>UMich ECE PhD</a:t>
            </a:r>
          </a:p>
          <a:p xmlns:a="http://schemas.openxmlformats.org/drawingml/2006/main">
            <a:pPr>
              <a:lnSpc>
                <a:spcPct val="120000"/>
              </a:lnSpc>
              <a:buNone/>
            </a:pPr>
            <a:r>
              <a:rPr sz="3400"/>
              <a:t>Research interest: </a:t>
            </a:r>
            <a:r>
              <a:rPr sz="3400"/>
              <a:t>高性能低功耗</a:t>
            </a:r>
            <a:r>
              <a:rPr sz="3400"/>
              <a:t>专用</a:t>
            </a:r>
            <a:r>
              <a:rPr sz="3400"/>
              <a:t>加速</a:t>
            </a:r>
            <a:r>
              <a:rPr sz="3400"/>
              <a:t>芯片</a:t>
            </a:r>
          </a:p>
          <a:p xmlns:a="http://schemas.openxmlformats.org/drawingml/2006/main">
            <a:pPr>
              <a:lnSpc>
                <a:spcPct val="120000"/>
              </a:lnSpc>
              <a:buNone/>
            </a:pPr>
            <a:r>
              <a:rPr sz="3400"/>
              <a:t>专业：ME（3.8）</a:t>
            </a:r>
            <a:r>
              <a:rPr sz="3400"/>
              <a:t>+</a:t>
            </a:r>
            <a:r>
              <a:rPr sz="3400"/>
              <a:t> </a:t>
            </a:r>
            <a:r>
              <a:rPr sz="3400"/>
              <a:t>CE（3.95）</a:t>
            </a:r>
          </a:p>
          <a:p xmlns:a="http://schemas.openxmlformats.org/drawingml/2006/main">
            <a:pPr>
              <a:lnSpc>
                <a:spcPct val="120000"/>
              </a:lnSpc>
              <a:buNone/>
            </a:pPr>
            <a:r>
              <a:rPr sz="3400"/>
              <a:t>推荐信：交大 ME 课程推 + 密大专业课课程推 + UM 科研推</a:t>
            </a:r>
          </a:p>
          <a:p xmlns:a="http://schemas.openxmlformats.org/drawingml/2006/main">
            <a:pPr>
              <a:lnSpc>
                <a:spcPct val="120000"/>
              </a:lnSpc>
              <a:buNone/>
            </a:pPr>
            <a:r>
              <a:rPr sz="3400"/>
              <a:t>无发表</a:t>
            </a:r>
          </a:p>
          <a:p xmlns:a="http://schemas.openxmlformats.org/drawingml/2006/main">
            <a:pPr>
              <a:lnSpc>
                <a:spcPct val="120000"/>
              </a:lnSpc>
              <a:buNone/>
            </a:pPr>
            <a:r>
              <a:rPr sz="3400"/>
              <a:t>课程：</a:t>
            </a:r>
          </a:p>
          <a:p xmlns:a="http://schemas.openxmlformats.org/drawingml/2006/main">
            <a:pPr>
              <a:lnSpc>
                <a:spcPct val="120000"/>
              </a:lnSpc>
              <a:buNone/>
            </a:pPr>
            <a:r>
              <a:rPr sz="2600"/>
              <a:t>截止大四上：EECS427+470（目前的 472）+ASIC相关的598</a:t>
            </a:r>
          </a:p>
          <a:p xmlns:a="http://schemas.openxmlformats.org/drawingml/2006/main">
            <a:pPr>
              <a:lnSpc>
                <a:spcPct val="120000"/>
              </a:lnSpc>
              <a:buNone/>
            </a:pPr>
            <a:r>
              <a:rPr sz="2600"/>
              <a:t>大四下： 627+流片 598</a:t>
            </a:r>
          </a:p>
        </p:txBody>
      </p:sp>
      <p:sp>
        <p:nvSpPr>
          <p:cNvPr id="4" name="内容占位符 3">
            <a:extLst xmlns:a="http://schemas.openxmlformats.org/drawingml/2006/main">
              <a:ext uri="{FF2B5EF4-FFF2-40B4-BE49-F238E27FC236}">
                <a16:creationId xmlns:a16="http://schemas.microsoft.com/office/drawing/2014/main" id="{4EEBEC3D-6AB0-BAE2-7B0A-C2079CFFECEF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/>
        <p:txBody>
          <a:bodyPr xmlns:a="http://schemas.openxmlformats.org/drawingml/2006/main">
            <a:normAutofit fontScale="70000" lnSpcReduction="20000"/>
          </a:bodyPr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buNone/>
            </a:pPr>
            <a:r>
              <a:rPr sz="4100"/>
              <a:t>Admitted：</a:t>
            </a:r>
          </a:p>
          <a:p xmlns:a="http://schemas.openxmlformats.org/drawingml/2006/main">
            <a:pPr>
              <a:lnSpc>
                <a:spcPct val="120000"/>
              </a:lnSpc>
              <a:buNone/>
            </a:pPr>
            <a:r>
              <a:rPr sz="3100"/>
              <a:t>UM ECE PhD</a:t>
            </a:r>
          </a:p>
          <a:p xmlns:a="http://schemas.openxmlformats.org/drawingml/2006/main">
            <a:pPr>
              <a:lnSpc>
                <a:spcPct val="120000"/>
              </a:lnSpc>
              <a:buNone/>
            </a:pPr>
            <a:r>
              <a:rPr sz="3100"/>
              <a:t>UCSD EC78 MS</a:t>
            </a:r>
          </a:p>
          <a:p xmlns:a="http://schemas.openxmlformats.org/drawingml/2006/main">
            <a:pPr>
              <a:lnSpc>
                <a:spcPct val="120000"/>
              </a:lnSpc>
              <a:buNone/>
            </a:pPr>
            <a:r>
              <a:rPr sz="3100"/>
              <a:t>UT ECE MS</a:t>
            </a:r>
          </a:p>
          <a:p xmlns:a="http://schemas.openxmlformats.org/drawingml/2006/main">
            <a:pPr>
              <a:lnSpc>
                <a:spcPct val="120000"/>
              </a:lnSpc>
              <a:buNone/>
            </a:pPr>
            <a:r>
              <a:rPr sz="3100"/>
              <a:t>GT ECE MS</a:t>
            </a:r>
          </a:p>
          <a:p xmlns:a="http://schemas.openxmlformats.org/drawingml/2006/main">
            <a:pPr>
              <a:lnSpc>
                <a:spcPct val="120000"/>
              </a:lnSpc>
              <a:buNone/>
            </a:pPr>
            <a:r>
              <a:rPr sz="3100"/>
              <a:t>UM ECE MS (3.4 program)</a:t>
            </a:r>
          </a:p>
          <a:p xmlns:a="http://schemas.openxmlformats.org/drawingml/2006/main">
            <a:pPr>
              <a:lnSpc>
                <a:spcPct val="120000"/>
              </a:lnSpc>
              <a:buNone/>
            </a:pPr>
            <a:r>
              <a:rPr sz="3600"/>
              <a:t>Rejected:</a:t>
            </a:r>
          </a:p>
          <a:p xmlns:a="http://schemas.openxmlformats.org/drawingml/2006/main">
            <a:pPr>
              <a:lnSpc>
                <a:spcPct val="120000"/>
              </a:lnSpc>
              <a:buNone/>
            </a:pPr>
            <a:r>
              <a:rPr sz="3100"/>
              <a:t>Stanford MSEE</a:t>
            </a:r>
          </a:p>
          <a:p xmlns:a="http://schemas.openxmlformats.org/drawingml/2006/main">
            <a:pPr>
              <a:lnSpc>
                <a:spcPct val="120000"/>
              </a:lnSpc>
              <a:buNone/>
            </a:pPr>
            <a:r>
              <a:rPr sz="3100"/>
              <a:t>UIUC ECE MS</a:t>
            </a:r>
            <a:br/>
          </a:p>
        </p:txBody>
      </p:sp>
    </p:spTree>
    <p:extLst>
      <p:ext uri="{BB962C8B-B14F-4D97-AF65-F5344CB8AC3E}">
        <p14:creationId xmlns:p14="http://schemas.microsoft.com/office/powerpoint/2010/main" val="115560949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内容占位符 1">
            <a:extLst xmlns:a="http://schemas.openxmlformats.org/drawingml/2006/main">
              <a:ext uri="{FF2B5EF4-FFF2-40B4-BE49-F238E27FC236}">
                <a16:creationId xmlns:a16="http://schemas.microsoft.com/office/drawing/2014/main" id="{03926ECF-5906-72D2-206D-50FB4A031507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技术栈</a:t>
            </a:r>
          </a:p>
          <a:p xmlns:a="http://schemas.openxmlformats.org/drawingml/2006/main">
            <a:r>
              <a:t>OH</a:t>
            </a:r>
            <a:r>
              <a:t>，套磁，暑研</a:t>
            </a:r>
          </a:p>
          <a:p xmlns:a="http://schemas.openxmlformats.org/drawingml/2006/main"/>
          <a:p xmlns:a="http://schemas.openxmlformats.org/drawingml/2006/main">
            <a:r>
              <a:t>0 </a:t>
            </a:r>
            <a:r>
              <a:t>发表的事情</a:t>
            </a:r>
          </a:p>
          <a:p xmlns:a="http://schemas.openxmlformats.org/drawingml/2006/main"/>
          <a:p xmlns:a="http://schemas.openxmlformats.org/drawingml/2006/main">
            <a:r>
              <a:t>Summer</a:t>
            </a:r>
            <a:r>
              <a:t> </a:t>
            </a:r>
            <a:r>
              <a:t>+</a:t>
            </a:r>
            <a:r>
              <a:t> </a:t>
            </a:r>
            <a:r>
              <a:t>fall</a:t>
            </a:r>
            <a:r>
              <a:t>：科研，实习，找项目复现，学新的技术</a:t>
            </a:r>
          </a:p>
          <a:p xmlns:a="http://schemas.openxmlformats.org/drawingml/2006/main">
            <a:pPr>
              <a:buNone/>
            </a:pPr>
            <a:r>
              <a:t>增加项目经验</a:t>
            </a:r>
          </a:p>
        </p:txBody>
      </p:sp>
      <p:sp>
        <p:nvSpPr>
          <p:cNvPr id="3" name="标题 2">
            <a:extLst xmlns:a="http://schemas.openxmlformats.org/drawingml/2006/main">
              <a:ext uri="{FF2B5EF4-FFF2-40B4-BE49-F238E27FC236}">
                <a16:creationId xmlns:a16="http://schemas.microsoft.com/office/drawing/2014/main" id="{394EB377-33D6-7CD4-13AF-CD3282B4CE5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能力准备</a:t>
            </a:r>
          </a:p>
        </p:txBody>
      </p:sp>
    </p:spTree>
    <p:extLst>
      <p:ext uri="{BB962C8B-B14F-4D97-AF65-F5344CB8AC3E}">
        <p14:creationId xmlns:p14="http://schemas.microsoft.com/office/powerpoint/2010/main" val="3435755186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185482B5-CDA4-3E81-B5CE-0CE2428FAEE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文书准备</a:t>
            </a:r>
          </a:p>
        </p:txBody>
      </p:sp>
      <p:sp>
        <p:nvSpPr>
          <p:cNvPr id="4" name="内容占位符 3">
            <a:extLst xmlns:a="http://schemas.openxmlformats.org/drawingml/2006/main">
              <a:ext uri="{FF2B5EF4-FFF2-40B4-BE49-F238E27FC236}">
                <a16:creationId xmlns:a16="http://schemas.microsoft.com/office/drawing/2014/main" id="{F0449D15-2F89-23AF-BE2F-7F29F9046165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PS</a:t>
            </a:r>
          </a:p>
          <a:p xmlns:a="http://schemas.openxmlformats.org/drawingml/2006/main">
            <a:r>
              <a:t> </a:t>
            </a:r>
            <a:r>
              <a:t>不需要高大上</a:t>
            </a:r>
          </a:p>
          <a:p xmlns:a="http://schemas.openxmlformats.org/drawingml/2006/main">
            <a:r>
              <a:t>多观察自己，感受自己的变化</a:t>
            </a:r>
          </a:p>
        </p:txBody>
      </p:sp>
      <p:sp>
        <p:nvSpPr>
          <p:cNvPr id="5" name="内容占位符 4">
            <a:extLst xmlns:a="http://schemas.openxmlformats.org/drawingml/2006/main">
              <a:ext uri="{FF2B5EF4-FFF2-40B4-BE49-F238E27FC236}">
                <a16:creationId xmlns:a16="http://schemas.microsoft.com/office/drawing/2014/main" id="{B7D16A84-0B72-BFD9-95C2-2C4FC572952D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SOP</a:t>
            </a:r>
          </a:p>
          <a:p xmlns:a="http://schemas.openxmlformats.org/drawingml/2006/main">
            <a:r>
              <a:t>展示洞察</a:t>
            </a:r>
          </a:p>
          <a:p xmlns:a="http://schemas.openxmlformats.org/drawingml/2006/main">
            <a:r>
              <a:t>多和同学老师交流</a:t>
            </a:r>
          </a:p>
        </p:txBody>
      </p:sp>
    </p:spTree>
    <p:extLst>
      <p:ext uri="{BB962C8B-B14F-4D97-AF65-F5344CB8AC3E}">
        <p14:creationId xmlns:p14="http://schemas.microsoft.com/office/powerpoint/2010/main" val="4071612369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5E42EF05-3D8D-7C8B-AEE3-56670C7F25A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项目选择，</a:t>
            </a:r>
            <a:r>
              <a:t>PhD</a:t>
            </a:r>
            <a:r>
              <a:t> </a:t>
            </a:r>
            <a:r>
              <a:t>or</a:t>
            </a:r>
            <a:r>
              <a:t> </a:t>
            </a:r>
            <a:r>
              <a:t>MS</a:t>
            </a:r>
            <a:r>
              <a:t>？</a:t>
            </a:r>
          </a:p>
        </p:txBody>
      </p:sp>
      <p:sp>
        <p:nvSpPr>
          <p:cNvPr id="3" name="内容占位符 2">
            <a:extLst xmlns:a="http://schemas.openxmlformats.org/drawingml/2006/main">
              <a:ext uri="{FF2B5EF4-FFF2-40B4-BE49-F238E27FC236}">
                <a16:creationId xmlns:a16="http://schemas.microsoft.com/office/drawing/2014/main" id="{21F00AC2-4DF3-C48E-9A99-F154FD38099A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做选择的方法论：</a:t>
            </a:r>
          </a:p>
          <a:p xmlns:a="http://schemas.openxmlformats.org/drawingml/2006/main">
            <a:r>
              <a:t>自己的目标 </a:t>
            </a:r>
            <a:r>
              <a:t>+</a:t>
            </a:r>
            <a:r>
              <a:t> 约束条件 </a:t>
            </a:r>
            <a:r>
              <a:t>-&gt; </a:t>
            </a:r>
            <a:r>
              <a:t>收集信息</a:t>
            </a:r>
          </a:p>
          <a:p xmlns:a="http://schemas.openxmlformats.org/drawingml/2006/main">
            <a:r>
              <a:t>客观上难做决定的时候，考虑自己的情绪，喜好</a:t>
            </a:r>
          </a:p>
          <a:p xmlns:a="http://schemas.openxmlformats.org/drawingml/2006/main"/>
          <a:p xmlns:a="http://schemas.openxmlformats.org/drawingml/2006/main">
            <a:r>
              <a:t>针对我自己：</a:t>
            </a:r>
          </a:p>
          <a:p xmlns:a="http://schemas.openxmlformats.org/drawingml/2006/main">
            <a:r>
              <a:t>工业界 </a:t>
            </a:r>
            <a:r>
              <a:t>-&gt; </a:t>
            </a:r>
            <a:r>
              <a:t>读博不是必须</a:t>
            </a:r>
          </a:p>
          <a:p xmlns:a="http://schemas.openxmlformats.org/drawingml/2006/main"/>
        </p:txBody>
      </p:sp>
    </p:spTree>
    <p:extLst>
      <p:ext uri="{BB962C8B-B14F-4D97-AF65-F5344CB8AC3E}">
        <p14:creationId xmlns:p14="http://schemas.microsoft.com/office/powerpoint/2010/main" val="1968307194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标题 3">
            <a:extLst xmlns:a="http://schemas.openxmlformats.org/drawingml/2006/main">
              <a:ext uri="{FF2B5EF4-FFF2-40B4-BE49-F238E27FC236}">
                <a16:creationId xmlns:a16="http://schemas.microsoft.com/office/drawing/2014/main" id="{A001E004-6162-E803-F428-B340EC5DF45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学校选择</a:t>
            </a:r>
          </a:p>
        </p:txBody>
      </p:sp>
      <p:sp>
        <p:nvSpPr>
          <p:cNvPr id="5" name="内容占位符 4">
            <a:extLst xmlns:a="http://schemas.openxmlformats.org/drawingml/2006/main">
              <a:ext uri="{FF2B5EF4-FFF2-40B4-BE49-F238E27FC236}">
                <a16:creationId xmlns:a16="http://schemas.microsoft.com/office/drawing/2014/main" id="{177713F0-6942-2CD6-D986-FF18CC8AB431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PhD</a:t>
            </a:r>
            <a:r>
              <a:t>：</a:t>
            </a:r>
          </a:p>
          <a:p xmlns:a="http://schemas.openxmlformats.org/drawingml/2006/main">
            <a:r>
              <a:t>看重体验</a:t>
            </a:r>
          </a:p>
          <a:p xmlns:a="http://schemas.openxmlformats.org/drawingml/2006/main"/>
          <a:p xmlns:a="http://schemas.openxmlformats.org/drawingml/2006/main"/>
          <a:p xmlns:a="http://schemas.openxmlformats.org/drawingml/2006/main">
            <a:r>
              <a:t>不一定可取，</a:t>
            </a:r>
            <a:r>
              <a:t>有的老师会非常在意你还申请了其他哪些老师的 PhD 的</a:t>
            </a:r>
          </a:p>
        </p:txBody>
      </p:sp>
      <p:sp>
        <p:nvSpPr>
          <p:cNvPr id="6" name="内容占位符 5">
            <a:extLst xmlns:a="http://schemas.openxmlformats.org/drawingml/2006/main">
              <a:ext uri="{FF2B5EF4-FFF2-40B4-BE49-F238E27FC236}">
                <a16:creationId xmlns:a16="http://schemas.microsoft.com/office/drawing/2014/main" id="{5AB49E1E-0EBB-9F1A-6C71-96039F65AF9C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MS</a:t>
            </a:r>
            <a:r>
              <a:t>：</a:t>
            </a:r>
          </a:p>
          <a:p xmlns:a="http://schemas.openxmlformats.org/drawingml/2006/main">
            <a:r>
              <a:t>UM</a:t>
            </a:r>
            <a:r>
              <a:t> </a:t>
            </a:r>
            <a:r>
              <a:t>3.4</a:t>
            </a:r>
            <a:r>
              <a:t> </a:t>
            </a:r>
            <a:r>
              <a:t>program</a:t>
            </a:r>
          </a:p>
          <a:p xmlns:a="http://schemas.openxmlformats.org/drawingml/2006/main"/>
          <a:p xmlns:a="http://schemas.openxmlformats.org/drawingml/2006/main">
            <a:r>
              <a:t> </a:t>
            </a:r>
            <a:r>
              <a:t>就业</a:t>
            </a:r>
          </a:p>
          <a:p xmlns:a="http://schemas.openxmlformats.org/drawingml/2006/main">
            <a:r>
              <a:t>专业水平</a:t>
            </a:r>
          </a:p>
          <a:p xmlns:a="http://schemas.openxmlformats.org/drawingml/2006/main">
            <a:r>
              <a:t>学费</a:t>
            </a:r>
          </a:p>
        </p:txBody>
      </p:sp>
    </p:spTree>
    <p:extLst>
      <p:ext uri="{BB962C8B-B14F-4D97-AF65-F5344CB8AC3E}">
        <p14:creationId xmlns:p14="http://schemas.microsoft.com/office/powerpoint/2010/main" val="3334355584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内容占位符 5">
            <a:extLst xmlns:a="http://schemas.openxmlformats.org/drawingml/2006/main">
              <a:ext uri="{FF2B5EF4-FFF2-40B4-BE49-F238E27FC236}">
                <a16:creationId xmlns:a16="http://schemas.microsoft.com/office/drawing/2014/main" id="{DB18500F-C39C-2149-ADBC-128FA0E81AD7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>永远要对自己有信心。不要妄自菲薄。</a:t>
            </a:r>
          </a:p>
          <a:p xmlns:a="http://schemas.openxmlformats.org/drawingml/2006/main">
            <a:pPr>
              <a:buNone/>
            </a:pPr>
            <a:r>
              <a:t>或许因为一直抬头看向高处，我们忘记了自己不知不觉 已经站在了比自己想象得要高的高度上。</a:t>
            </a:r>
          </a:p>
          <a:p xmlns:a="http://schemas.openxmlformats.org/drawingml/2006/main">
            <a:pPr>
              <a:buNone/>
            </a:pPr>
            <a:r>
              <a:t>相信命运的安排，人生没有非做不可的事情，或许还会柳暗花明又一村。</a:t>
            </a:r>
          </a:p>
          <a:p xmlns:a="http://schemas.openxmlformats.org/drawingml/2006/main">
            <a:pPr>
              <a:buNone/>
            </a:pPr>
            <a:r>
              <a:t>Wish for the best, prepare for the worst. （最坏结果是什么，如果真的碰到最坏的结果了，我该怎么做，当你想通了这些之后，或许就能更加从容地向前冲了！）</a:t>
            </a:r>
          </a:p>
          <a:p xmlns:a="http://schemas.openxmlformats.org/drawingml/2006/main">
            <a:pPr>
              <a:buNone/>
            </a:pPr>
            <a:r>
              <a:t>探索，保持自己的节奏。闻道有先后，术业有专攻。</a:t>
            </a:r>
          </a:p>
        </p:txBody>
      </p:sp>
      <p:sp>
        <p:nvSpPr>
          <p:cNvPr id="5" name="标题 4">
            <a:extLst xmlns:a="http://schemas.openxmlformats.org/drawingml/2006/main">
              <a:ext uri="{FF2B5EF4-FFF2-40B4-BE49-F238E27FC236}">
                <a16:creationId xmlns:a16="http://schemas.microsoft.com/office/drawing/2014/main" id="{C4E0EA8D-0DA9-6E7E-644D-77FAFEAD261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碎碎念</a:t>
            </a:r>
          </a:p>
        </p:txBody>
      </p:sp>
    </p:spTree>
    <p:extLst>
      <p:ext uri="{BB962C8B-B14F-4D97-AF65-F5344CB8AC3E}">
        <p14:creationId xmlns:p14="http://schemas.microsoft.com/office/powerpoint/2010/main" val="2658318275"/>
      </p:ext>
    </p:extLst>
  </p:cSld>
</p:sld>
</file>

<file path=ppt/theme/theme1.xml><?xml version="1.0" encoding="utf-8"?>
<a:theme xmlns:a="http://schemas.openxmlformats.org/drawingml/2006/main" name="Office 主题​​">
  <a:themeElements>
    <a:clrScheme name="黄色">
      <a:dk1>
        <a:sysClr val="windowText" lastClr="000000"/>
      </a:dk1>
      <a:lt1>
        <a:sysClr val="window" lastClr="FFFFFF"/>
      </a:lt1>
      <a:dk2>
        <a:srgbClr val="39302A"/>
      </a:dk2>
      <a:lt2>
        <a:srgbClr val="E5DEDB"/>
      </a:lt2>
      <a:accent1>
        <a:srgbClr val="FFCA08"/>
      </a:accent1>
      <a:accent2>
        <a:srgbClr val="F8931D"/>
      </a:accent2>
      <a:accent3>
        <a:srgbClr val="CE8D3E"/>
      </a:accent3>
      <a:accent4>
        <a:srgbClr val="EC7016"/>
      </a:accent4>
      <a:accent5>
        <a:srgbClr val="E64823"/>
      </a:accent5>
      <a:accent6>
        <a:srgbClr val="9C6A6A"/>
      </a:accent6>
      <a:hlink>
        <a:srgbClr val="2998E3"/>
      </a:hlink>
      <a:folHlink>
        <a:srgbClr val="7F723D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黄色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2026-07-31T02:27:44.3050000Z</dcterms:created>
  <dcterms:modified xsi:type="dcterms:W3CDTF">2026-07-31T02:27:44.3050000Z</dcterms:modified>
</coreProperties>
</file>